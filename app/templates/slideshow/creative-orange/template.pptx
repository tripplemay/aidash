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Image"/>
          <p:cNvSpPr/>
          <p:nvPr/>
        </p:nvSpPr>
        <p:spPr>
          <a:xfrm>
            <a:off x="0" y="0"/>
            <a:ext cx="9144000" cy="5148072"/>
          </a:xfrm>
          <a:prstGeom prst="roundRect">
            <a:avLst/>
          </a:prstGeom>
          <a:solidFill>
            <a:srgbClr val="FFE0B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8C0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F48C06"/>
          </a:solidFill>
          <a:ln/>
        </p:spPr>
      </p:sp>
      <p:sp>
        <p:nvSpPr>
          <p:cNvPr id="5" name="TitleShape"/>
          <p:cNvSpPr/>
          <p:nvPr/>
        </p:nvSpPr>
        <p:spPr>
          <a:xfrm>
            <a:off x="914400" y="14630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5D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4400" dirty="0"/>
          </a:p>
        </p:txBody>
      </p:sp>
      <p:sp>
        <p:nvSpPr>
          <p:cNvPr id="6" name="SubtitleShape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{{subtitle}}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0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FFE0B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F48C0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754880"/>
            <a:ext cx="8229600" cy="36576"/>
          </a:xfrm>
          <a:prstGeom prst="rect">
            <a:avLst/>
          </a:prstGeom>
          <a:solidFill>
            <a:srgbClr val="F48C06"/>
          </a:solidFill>
          <a:ln/>
        </p:spPr>
      </p:sp>
      <p:sp>
        <p:nvSpPr>
          <p:cNvPr id="5" name="TitleShape"/>
          <p:cNvSpPr/>
          <p:nvPr/>
        </p:nvSpPr>
        <p:spPr>
          <a:xfrm>
            <a:off x="731520" y="137160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5D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4400" dirty="0"/>
          </a:p>
        </p:txBody>
      </p:sp>
      <p:sp>
        <p:nvSpPr>
          <p:cNvPr id="6" name="SubtitleShape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{{subtitle}}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48C06"/>
          </a:solidFill>
          <a:ln/>
        </p:spPr>
      </p:sp>
      <p:sp>
        <p:nvSpPr>
          <p:cNvPr id="3" name="TitleShape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D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F48C06"/>
          </a:solidFill>
          <a:ln/>
        </p:spPr>
      </p:sp>
      <p:sp>
        <p:nvSpPr>
          <p:cNvPr id="5" name="BodyShape"/>
          <p:cNvSpPr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{{body}}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48C06"/>
          </a:solidFill>
          <a:ln/>
        </p:spPr>
      </p:sp>
      <p:sp>
        <p:nvSpPr>
          <p:cNvPr id="3" name="TitleShape"/>
          <p:cNvSpPr/>
          <p:nvPr/>
        </p:nvSpPr>
        <p:spPr>
          <a:xfrm>
            <a:off x="457200" y="2743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D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F48C06"/>
          </a:solidFill>
          <a:ln/>
        </p:spPr>
      </p:sp>
      <p:sp>
        <p:nvSpPr>
          <p:cNvPr id="5" name="BodyShape"/>
          <p:cNvSpPr/>
          <p:nvPr/>
        </p:nvSpPr>
        <p:spPr>
          <a:xfrm>
            <a:off x="457200" y="12801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{{body}}</a:t>
            </a:r>
            <a:endParaRPr lang="en-US" sz="1800" dirty="0"/>
          </a:p>
        </p:txBody>
      </p:sp>
      <p:sp>
        <p:nvSpPr>
          <p:cNvPr id="6" name="ImageShape"/>
          <p:cNvSpPr/>
          <p:nvPr/>
        </p:nvSpPr>
        <p:spPr>
          <a:xfrm>
            <a:off x="5669280" y="365760"/>
            <a:ext cx="3108960" cy="4389120"/>
          </a:xfrm>
          <a:prstGeom prst="roundRect">
            <a:avLst>
              <a:gd name="adj" fmla="val 4412"/>
            </a:avLst>
          </a:prstGeom>
          <a:solidFill>
            <a:srgbClr val="FFE0B2">
              <a:alpha val="50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48C06"/>
          </a:solidFill>
          <a:ln/>
        </p:spPr>
      </p:sp>
      <p:sp>
        <p:nvSpPr>
          <p:cNvPr id="3" name="TitleShape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D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BodyShape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{{body}}</a:t>
            </a:r>
            <a:endParaRPr lang="en-US" sz="1600" dirty="0"/>
          </a:p>
        </p:txBody>
      </p:sp>
      <p:sp>
        <p:nvSpPr>
          <p:cNvPr id="5" name="ImageShape"/>
          <p:cNvSpPr/>
          <p:nvPr/>
        </p:nvSpPr>
        <p:spPr>
          <a:xfrm>
            <a:off x="457200" y="2468880"/>
            <a:ext cx="8229600" cy="2468880"/>
          </a:xfrm>
          <a:prstGeom prst="roundRect">
            <a:avLst>
              <a:gd name="adj" fmla="val 5556"/>
            </a:avLst>
          </a:prstGeom>
          <a:solidFill>
            <a:srgbClr val="FFE0B2">
              <a:alpha val="50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48C06"/>
          </a:solidFill>
          <a:ln/>
        </p:spPr>
      </p:sp>
      <p:sp>
        <p:nvSpPr>
          <p:cNvPr id="3" name="TitleShape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3200400"/>
          </a:xfrm>
          <a:prstGeom prst="roundRect">
            <a:avLst>
              <a:gd name="adj" fmla="val 5714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BodyShape"/>
          <p:cNvSpPr/>
          <p:nvPr/>
        </p:nvSpPr>
        <p:spPr>
          <a:xfrm>
            <a:off x="1097280" y="1737360"/>
            <a:ext cx="6949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{{body}}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Shape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5D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0" y="1143000"/>
            <a:ext cx="1828800" cy="36576"/>
          </a:xfrm>
          <a:prstGeom prst="rect">
            <a:avLst/>
          </a:prstGeom>
          <a:solidFill>
            <a:srgbClr val="F48C06"/>
          </a:solidFill>
          <a:ln/>
        </p:spPr>
      </p:sp>
      <p:sp>
        <p:nvSpPr>
          <p:cNvPr id="4" name="BodyShape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{{body}}</a:t>
            </a:r>
            <a:endParaRPr lang="en-US" sz="1800" dirty="0"/>
          </a:p>
        </p:txBody>
      </p:sp>
      <p:sp>
        <p:nvSpPr>
          <p:cNvPr id="5" name="ImageShape"/>
          <p:cNvSpPr/>
          <p:nvPr/>
        </p:nvSpPr>
        <p:spPr>
          <a:xfrm>
            <a:off x="1371600" y="2743200"/>
            <a:ext cx="6400800" cy="2103120"/>
          </a:xfrm>
          <a:prstGeom prst="roundRect">
            <a:avLst>
              <a:gd name="adj" fmla="val 6522"/>
            </a:avLst>
          </a:prstGeom>
          <a:solidFill>
            <a:srgbClr val="FFE0B2">
              <a:alpha val="50000"/>
            </a:srgbClr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FFE0B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F48C0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F48C06"/>
          </a:solidFill>
          <a:ln/>
        </p:spPr>
      </p:sp>
      <p:sp>
        <p:nvSpPr>
          <p:cNvPr id="5" name="TitleShape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5D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4000" dirty="0"/>
          </a:p>
        </p:txBody>
      </p:sp>
      <p:sp>
        <p:nvSpPr>
          <p:cNvPr id="6" name="BodyShape"/>
          <p:cNvSpPr/>
          <p:nvPr/>
        </p:nvSpPr>
        <p:spPr>
          <a:xfrm>
            <a:off x="13716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4A37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{{body}}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创意橙 课件模板</dc:title>
  <dc:subject>PptxGenJS Presentation</dc:subject>
  <dc:creator>PptxGenJS</dc:creator>
  <cp:lastModifiedBy>PptxGenJS</cp:lastModifiedBy>
  <cp:revision>1</cp:revision>
  <dcterms:created xsi:type="dcterms:W3CDTF">2026-03-27T04:45:34Z</dcterms:created>
  <dcterms:modified xsi:type="dcterms:W3CDTF">2026-03-27T04:45:34Z</dcterms:modified>
</cp:coreProperties>
</file>