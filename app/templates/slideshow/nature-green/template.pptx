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itleShape"/>
          <p:cNvSpPr/>
          <p:nvPr/>
        </p:nvSpPr>
        <p:spPr>
          <a:xfrm>
            <a:off x="914400" y="14630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6" name="SubtitleShape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44E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EDD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52B78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54880"/>
            <a:ext cx="82296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itleShape"/>
          <p:cNvSpPr/>
          <p:nvPr/>
        </p:nvSpPr>
        <p:spPr>
          <a:xfrm>
            <a:off x="731520" y="13716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6" name="SubtitleShape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44E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BodyShape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44E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2743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BodyShape"/>
          <p:cNvSpPr/>
          <p:nvPr/>
        </p:nvSpPr>
        <p:spPr>
          <a:xfrm>
            <a:off x="457200" y="12801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44E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  <p:pic>
        <p:nvPicPr>
          <p:cNvPr id="6" name="ImageSha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365760"/>
            <a:ext cx="31089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BodyShape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44E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600" dirty="0"/>
          </a:p>
        </p:txBody>
      </p:sp>
      <p:pic>
        <p:nvPicPr>
          <p:cNvPr id="5" name="ImageSha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68880"/>
            <a:ext cx="82296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3200400"/>
          </a:xfrm>
          <a:prstGeom prst="roundRect">
            <a:avLst>
              <a:gd name="adj" fmla="val 5714"/>
            </a:avLst>
          </a:prstGeom>
          <a:solidFill>
            <a:srgbClr val="F5FAF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BodyShape"/>
          <p:cNvSpPr/>
          <p:nvPr/>
        </p:nvSpPr>
        <p:spPr>
          <a:xfrm>
            <a:off x="1097280" y="1737360"/>
            <a:ext cx="6949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44E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Shape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0" y="1143000"/>
            <a:ext cx="18288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BodyShape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4E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  <p:pic>
        <p:nvPicPr>
          <p:cNvPr id="5" name="ImageSha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743200"/>
            <a:ext cx="64008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D4EDD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52B78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itleShape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6" name="BodyShape"/>
          <p:cNvSpPr/>
          <p:nvPr/>
        </p:nvSpPr>
        <p:spPr>
          <a:xfrm>
            <a:off x="13716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44E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自然绿 课件模板</dc:title>
  <dc:subject>PptxGenJS Presentation</dc:subject>
  <dc:creator>PptxGenJS</dc:creator>
  <cp:lastModifiedBy>PptxGenJS</cp:lastModifiedBy>
  <cp:revision>1</cp:revision>
  <dcterms:created xsi:type="dcterms:W3CDTF">2026-03-27T05:49:41Z</dcterms:created>
  <dcterms:modified xsi:type="dcterms:W3CDTF">2026-03-27T05:49:41Z</dcterms:modified>
</cp:coreProperties>
</file>