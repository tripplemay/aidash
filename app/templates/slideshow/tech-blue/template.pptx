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5" name="TitleShape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B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6" name="SubtitleShape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3D5A9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5B8DE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5" name="TitleShape"/>
          <p:cNvSpPr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B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6" name="SubtitleShape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B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5" name="BodyShape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274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B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5" name="BodyShape"/>
          <p:cNvSpPr/>
          <p:nvPr/>
        </p:nvSpPr>
        <p:spPr>
          <a:xfrm>
            <a:off x="457200" y="12801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  <p:pic>
        <p:nvPicPr>
          <p:cNvPr id="6" name="ImageSha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365760"/>
            <a:ext cx="31089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B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BodyShape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600" dirty="0"/>
          </a:p>
        </p:txBody>
      </p:sp>
      <p:pic>
        <p:nvPicPr>
          <p:cNvPr id="5" name="ImageSha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68880"/>
            <a:ext cx="82296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3200400"/>
          </a:xfrm>
          <a:prstGeom prst="roundRect">
            <a:avLst>
              <a:gd name="adj" fmla="val 5714"/>
            </a:avLst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BodyShape"/>
          <p:cNvSpPr/>
          <p:nvPr/>
        </p:nvSpPr>
        <p:spPr>
          <a:xfrm>
            <a:off x="1097280" y="1737360"/>
            <a:ext cx="6949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B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0" y="1143000"/>
            <a:ext cx="18288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4" name="BodyShape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  <p:pic>
        <p:nvPicPr>
          <p:cNvPr id="5" name="ImageSha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743200"/>
            <a:ext cx="64008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D5A9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5B8DE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5" name="TitleShape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B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6" name="BodyShape"/>
          <p:cNvSpPr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科技蓝 课件模板</dc:title>
  <dc:subject>PptxGenJS Presentation</dc:subject>
  <dc:creator>PptxGenJS</dc:creator>
  <cp:lastModifiedBy>PptxGenJS</cp:lastModifiedBy>
  <cp:revision>1</cp:revision>
  <dcterms:created xsi:type="dcterms:W3CDTF">2026-03-27T05:49:41Z</dcterms:created>
  <dcterms:modified xsi:type="dcterms:W3CDTF">2026-03-27T05:49:41Z</dcterms:modified>
</cp:coreProperties>
</file>