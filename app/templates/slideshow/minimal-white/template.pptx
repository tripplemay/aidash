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E8ED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4361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754880"/>
            <a:ext cx="82296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itleShape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6" name="SubtitleShape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{{subtitle}}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2743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BodyShape"/>
          <p:cNvSpPr/>
          <p:nvPr/>
        </p:nvSpPr>
        <p:spPr>
          <a:xfrm>
            <a:off x="457200" y="12801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6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65760"/>
            <a:ext cx="3108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BodyShape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6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68880"/>
            <a:ext cx="8229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TitleShape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BodyShape"/>
          <p:cNvSpPr/>
          <p:nvPr/>
        </p:nvSpPr>
        <p:spPr>
          <a:xfrm>
            <a:off x="1097280" y="1737360"/>
            <a:ext cx="6949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0" y="1143000"/>
            <a:ext cx="18288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BodyShape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1800" dirty="0"/>
          </a:p>
        </p:txBody>
      </p:sp>
      <p:pic>
        <p:nvPicPr>
          <p:cNvPr id="5" name="ImageSha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743200"/>
            <a:ext cx="6400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8EDF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361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TitleShape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6" name="BodyShape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{{body}}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简约白 课件模板</dc:title>
  <dc:subject>PptxGenJS Presentation</dc:subject>
  <dc:creator>PptxGenJS</dc:creator>
  <cp:lastModifiedBy>PptxGenJS</cp:lastModifiedBy>
  <cp:revision>1</cp:revision>
  <dcterms:created xsi:type="dcterms:W3CDTF">2026-03-27T05:49:41Z</dcterms:created>
  <dcterms:modified xsi:type="dcterms:W3CDTF">2026-03-27T05:49:41Z</dcterms:modified>
</cp:coreProperties>
</file>